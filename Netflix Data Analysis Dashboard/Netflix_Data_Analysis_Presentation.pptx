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197E-4E75-E58E-438C-090610AAF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E28B53-0138-C32C-48D5-3AB1E7E84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0475C-DECF-23D9-9993-DDABDFECF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BB34-16CA-4CA0-B0F9-5FD5D3DE2CF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2D80D-7E75-0755-9525-9D4BE7BF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6222D-D088-6F4B-E3F2-2B0E5A069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6FC-6C2A-4E3B-8A08-6901274BC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058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58D8-D645-CC3C-6A0F-0F6F446F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EE140-D8D7-DA3E-E162-B97553C79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23E2E-5397-5C85-6E3E-24877CDB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BB34-16CA-4CA0-B0F9-5FD5D3DE2CF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DC9B-7CE3-3F52-9D8B-CEE318FB6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854EA-2C71-888E-A137-07FDD775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6FC-6C2A-4E3B-8A08-6901274BC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641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44F83-60AA-E85B-08AE-91EB32BE4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872DE-E94F-0FBC-A11A-C9CCFE790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98DCA-D49B-0564-8666-37E5B933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BB34-16CA-4CA0-B0F9-5FD5D3DE2CF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A8B11-1D0B-189E-F7AB-A33D32C74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2A359-BCA1-EC22-060D-54E77220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6FC-6C2A-4E3B-8A08-6901274BC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419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EDD34-706F-927C-1013-8F31C1D42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53113-B68D-FC19-9CB4-332C1000AA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DF834-FC74-80BF-1D9B-DE42DAB47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4E48B-4B11-2554-F548-77B28A75A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BB34-16CA-4CA0-B0F9-5FD5D3DE2CF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EA17D-D2D7-BBA6-AE8D-75B40B1A7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33CA0-F157-C358-41D4-052ACBB69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6FC-6C2A-4E3B-8A08-6901274BC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274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EFFED-1F28-87A1-3817-07BA588AD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7810E-BF99-767B-E98A-B774826BF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035BD-20C8-F3E5-3390-F046C7394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1A8B3-337D-D0FB-C55D-48DE70605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4EAEB0-342A-22D1-1D80-4D01CE7F45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EB17C9-0DA3-4770-B716-6DB4AEF7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BB34-16CA-4CA0-B0F9-5FD5D3DE2CF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96F437-FE9C-CFF0-3BC7-E3B819EA0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883150-2584-E5EE-6550-F2D07FE0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6FC-6C2A-4E3B-8A08-6901274BC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24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3D91-425B-79F2-E204-9F0C8824B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694791-D240-EF13-6247-F44C6232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BB34-16CA-4CA0-B0F9-5FD5D3DE2CF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CAB8E-0CD6-5FF3-C858-6857F2E34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73314-BE3D-9308-DA32-223A7B982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6FC-6C2A-4E3B-8A08-6901274BC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292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837F39-64AC-7BDC-39A0-BE12E79FB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BB34-16CA-4CA0-B0F9-5FD5D3DE2CF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359E21-FF4B-76EA-47E1-699888AE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CCFD2-1C95-8539-EABB-721131AD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6FC-6C2A-4E3B-8A08-6901274BC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741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3B14E-36D3-A687-8BE0-50640E65F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98389-9EC8-850A-C25A-DA6549A40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201D0-35D6-429E-83C8-908660521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7E65F-9EE7-D800-4460-33E2E3F1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BB34-16CA-4CA0-B0F9-5FD5D3DE2CF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F57C7-0B4E-D3CA-056D-0FEC32D87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A7AA5-3EDE-7879-94EE-DA3F3FE0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6FC-6C2A-4E3B-8A08-6901274BC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447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5870B-2944-87C5-1630-167823CEA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D2425-144B-9D8C-A651-A31C365EF9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8277A-E0DE-A393-D4DA-989282555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1CB82-D8E9-2285-FCB8-80E19CA0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BB34-16CA-4CA0-B0F9-5FD5D3DE2CF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3677A-B86B-964A-8083-50DD8DCFA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BBCC6-D980-2E56-3172-2F88393D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6FC-6C2A-4E3B-8A08-6901274BC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962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9259A-DDC0-24A5-F94F-521B5903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B7302-0D6D-3219-B492-193188BC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6E65C-E4BF-3D9D-541B-B5133F99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BB34-16CA-4CA0-B0F9-5FD5D3DE2CF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83EDD-0312-8770-5D8F-14AEF232B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38DAE-A83C-20C9-318D-CF3F90949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6FC-6C2A-4E3B-8A08-6901274BC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1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86E063-5DC1-5DD3-99BA-1864EAA4D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01BE3-357A-39EE-F831-165F958E9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750B4-F3B1-2C9C-9350-0C8F4008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5BB34-16CA-4CA0-B0F9-5FD5D3DE2CF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2035F-2D4B-C2FF-E609-C3CEEFBD5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876F3-32C1-961F-17A7-4D3F3A26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6B6FC-6C2A-4E3B-8A08-6901274BC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569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2EA56F-FA56-CD70-7819-E46EC8620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620CB-62A6-94B6-20A9-B6811DB0F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722EB-C61E-5571-C190-CC67678BA0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C5BB34-16CA-4CA0-B0F9-5FD5D3DE2CF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0A36E-B350-413E-2FC1-F2A0EF290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DDA17-AE7D-5FAC-E5B4-EF2BCFDC7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6B6FC-6C2A-4E3B-8A08-6901274BC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47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eepngimg.com/png/26808-excel-transparent-image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uciamonterorodriguez.com/conoce-que-te-ofrece-microsoft-power-bi/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hyperlink" Target="https://abouthydrology.blogspot.com/2016/11/python-resources-for-hydrologists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hyperlink" Target="https://abouthydrology.blogspot.com/2016/11/python-resources-for-hydrologists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CF7DA1-3CBA-68AB-C13D-875EEE6B7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6BFE95-C6AB-9193-90F2-C2796E940B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0862DE-8D77-FCFB-3837-8BB83E8484A5}"/>
              </a:ext>
            </a:extLst>
          </p:cNvPr>
          <p:cNvSpPr txBox="1"/>
          <p:nvPr/>
        </p:nvSpPr>
        <p:spPr>
          <a:xfrm>
            <a:off x="3098800" y="2778492"/>
            <a:ext cx="8712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000" b="1" dirty="0">
                <a:solidFill>
                  <a:srgbClr val="C00000"/>
                </a:solidFill>
                <a:ea typeface="Adobe Gothic Std B" panose="020B0800000000000000" pitchFamily="34" charset="-128"/>
              </a:rPr>
              <a:t>NETFLIX </a:t>
            </a:r>
            <a:r>
              <a:rPr lang="en-IN" sz="5000" b="1" dirty="0">
                <a:solidFill>
                  <a:schemeClr val="bg1"/>
                </a:solidFill>
                <a:ea typeface="Adobe Gothic Std B" panose="020B0800000000000000" pitchFamily="34" charset="-128"/>
              </a:rPr>
              <a:t>DATA ANALYTICS PROJECT PRESENTATION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37A551-D986-D66B-B182-C7223289C551}"/>
              </a:ext>
            </a:extLst>
          </p:cNvPr>
          <p:cNvSpPr txBox="1"/>
          <p:nvPr/>
        </p:nvSpPr>
        <p:spPr>
          <a:xfrm>
            <a:off x="8623300" y="5726880"/>
            <a:ext cx="3568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rgbClr val="C00000"/>
                </a:solidFill>
                <a:ea typeface="Adobe Gothic Std B" panose="020B0800000000000000" pitchFamily="34" charset="-128"/>
              </a:rPr>
              <a:t>PRESENTED BY:</a:t>
            </a:r>
          </a:p>
          <a:p>
            <a:r>
              <a:rPr lang="en-IN" sz="3200" b="1" dirty="0">
                <a:solidFill>
                  <a:schemeClr val="bg1"/>
                </a:solidFill>
                <a:ea typeface="Adobe Gothic Std B" panose="020B0800000000000000" pitchFamily="34" charset="-128"/>
              </a:rPr>
              <a:t>RISHABH KUMAR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D80CA6-2FBE-DE7A-72B9-C8BBB273B9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479" y="2883031"/>
            <a:ext cx="1417321" cy="142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533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CF7DA1-3CBA-68AB-C13D-875EEE6B7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6BFE95-C6AB-9193-90F2-C2796E940B8F}"/>
              </a:ext>
            </a:extLst>
          </p:cNvPr>
          <p:cNvSpPr/>
          <p:nvPr/>
        </p:nvSpPr>
        <p:spPr>
          <a:xfrm>
            <a:off x="-24882" y="0"/>
            <a:ext cx="12192000" cy="6858000"/>
          </a:xfrm>
          <a:prstGeom prst="rect">
            <a:avLst/>
          </a:prstGeom>
          <a:solidFill>
            <a:schemeClr val="tx1">
              <a:alpha val="8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FEA58-E607-1DE6-592F-6C5239777DC5}"/>
              </a:ext>
            </a:extLst>
          </p:cNvPr>
          <p:cNvSpPr txBox="1">
            <a:spLocks/>
          </p:cNvSpPr>
          <p:nvPr/>
        </p:nvSpPr>
        <p:spPr>
          <a:xfrm>
            <a:off x="1477736" y="681037"/>
            <a:ext cx="9876064" cy="10096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ACEA-015B-D1BB-43E9-89066DBF372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Summary of Project.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KPI List.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EXCEL Dashboard.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POWER BI Dashboard.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Tableau Dashboard.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Python Queries.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Conclusion.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Key Insights.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8B9F1-8C72-294D-C681-9B841989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065000" cy="562708"/>
          </a:xfrm>
          <a:prstGeom prst="rect">
            <a:avLst/>
          </a:prstGeom>
        </p:spPr>
      </p:pic>
      <p:pic>
        <p:nvPicPr>
          <p:cNvPr id="4" name="Graphic 3" descr="Table with solid fill">
            <a:extLst>
              <a:ext uri="{FF2B5EF4-FFF2-40B4-BE49-F238E27FC236}">
                <a16:creationId xmlns:a16="http://schemas.microsoft.com/office/drawing/2014/main" id="{47CA7A39-52E9-3BF2-61FF-BEA62055BE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226" y="751899"/>
            <a:ext cx="1080938" cy="10809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21F3B4-3EDC-2B42-6951-4C7D5096E1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1021" y="562708"/>
            <a:ext cx="722243" cy="137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153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CF7DA1-3CBA-68AB-C13D-875EEE6B7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6BFE95-C6AB-9193-90F2-C2796E940B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FEA58-E607-1DE6-592F-6C5239777DC5}"/>
              </a:ext>
            </a:extLst>
          </p:cNvPr>
          <p:cNvSpPr txBox="1">
            <a:spLocks/>
          </p:cNvSpPr>
          <p:nvPr/>
        </p:nvSpPr>
        <p:spPr>
          <a:xfrm>
            <a:off x="1224644" y="715108"/>
            <a:ext cx="10129156" cy="9755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SUMMARY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ACEA-015B-D1BB-43E9-89066DBF372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b="1" dirty="0">
              <a:ln w="0"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8B9F1-8C72-294D-C681-9B841989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065000" cy="56270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E644AD-4F6D-7A89-A380-3B27710045BD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This research examines the Netflix dataset to identify patterns in content distribution, genres, ratings, release dates, and country-specific availability. </a:t>
            </a:r>
          </a:p>
          <a:p>
            <a:pPr algn="l"/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The analysis uses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Excel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,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Python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,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Tableau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 and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Power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BI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 to turn raw data into interactive dashboards and actionable insights, allowing for data-driven decision-making and showcasing practical abilities in data cleansing, visualization, and business analysis.</a:t>
            </a:r>
          </a:p>
        </p:txBody>
      </p:sp>
      <p:pic>
        <p:nvPicPr>
          <p:cNvPr id="6" name="Graphic 5" descr="Typewriter with solid fill">
            <a:extLst>
              <a:ext uri="{FF2B5EF4-FFF2-40B4-BE49-F238E27FC236}">
                <a16:creationId xmlns:a16="http://schemas.microsoft.com/office/drawing/2014/main" id="{57B5F92D-4ACF-A675-3DE7-6A0EFCB77E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206" y="776288"/>
            <a:ext cx="9144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21F3B4-3EDC-2B42-6951-4C7D5096E1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2864" y="532329"/>
            <a:ext cx="722243" cy="137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92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CF7DA1-3CBA-68AB-C13D-875EEE6B7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6BFE95-C6AB-9193-90F2-C2796E940B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FEA58-E607-1DE6-592F-6C5239777DC5}"/>
              </a:ext>
            </a:extLst>
          </p:cNvPr>
          <p:cNvSpPr txBox="1">
            <a:spLocks/>
          </p:cNvSpPr>
          <p:nvPr/>
        </p:nvSpPr>
        <p:spPr>
          <a:xfrm>
            <a:off x="1330778" y="816429"/>
            <a:ext cx="10023021" cy="8742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KPI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ACEA-015B-D1BB-43E9-89066DBF372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b="1" dirty="0">
              <a:ln w="0"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8B9F1-8C72-294D-C681-9B841989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065000" cy="56270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E644AD-4F6D-7A89-A380-3B27710045BD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Total Titles.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Total locations.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Total Genre.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Total Ratings.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Total Directors.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Movies vs TV Shows.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Content By Countries</a:t>
            </a:r>
          </a:p>
        </p:txBody>
      </p:sp>
      <p:pic>
        <p:nvPicPr>
          <p:cNvPr id="6" name="Graphic 5" descr="Credit card with solid fill">
            <a:extLst>
              <a:ext uri="{FF2B5EF4-FFF2-40B4-BE49-F238E27FC236}">
                <a16:creationId xmlns:a16="http://schemas.microsoft.com/office/drawing/2014/main" id="{A4FFAA22-BC38-DC3E-0DD1-AADA7FB1CC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309" y="812928"/>
            <a:ext cx="9144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21F3B4-3EDC-2B42-6951-4C7D5096E1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4821" y="550649"/>
            <a:ext cx="722243" cy="137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82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CF7DA1-3CBA-68AB-C13D-875EEE6B7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6BFE95-C6AB-9193-90F2-C2796E940B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FEA58-E607-1DE6-592F-6C5239777DC5}"/>
              </a:ext>
            </a:extLst>
          </p:cNvPr>
          <p:cNvSpPr txBox="1">
            <a:spLocks/>
          </p:cNvSpPr>
          <p:nvPr/>
        </p:nvSpPr>
        <p:spPr>
          <a:xfrm>
            <a:off x="1249136" y="952393"/>
            <a:ext cx="10104663" cy="73829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EXCEL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ACEA-015B-D1BB-43E9-89066DBF372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b="1" dirty="0">
              <a:ln w="0"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8B9F1-8C72-294D-C681-9B841989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065000" cy="5627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E0BE0E-5FC5-2D92-7D87-E601FAB1B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760310"/>
            <a:ext cx="9650186" cy="4805425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BA1BBB-82AD-7BE4-ACF8-1780ED46D5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01333" y="854855"/>
            <a:ext cx="738295" cy="7382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21F3B4-3EDC-2B42-6951-4C7D5096E1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856" y="551369"/>
            <a:ext cx="656585" cy="125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99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CF7DA1-3CBA-68AB-C13D-875EEE6B7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6BFE95-C6AB-9193-90F2-C2796E940B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FEA58-E607-1DE6-592F-6C5239777DC5}"/>
              </a:ext>
            </a:extLst>
          </p:cNvPr>
          <p:cNvSpPr txBox="1">
            <a:spLocks/>
          </p:cNvSpPr>
          <p:nvPr/>
        </p:nvSpPr>
        <p:spPr>
          <a:xfrm>
            <a:off x="1085996" y="849086"/>
            <a:ext cx="10267803" cy="8416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ACEA-015B-D1BB-43E9-89066DBF372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b="1" dirty="0">
              <a:ln w="0"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8B9F1-8C72-294D-C681-9B841989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065000" cy="5627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057CE4-536A-F569-3A53-95C34B54A4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997" y="1760308"/>
            <a:ext cx="8589848" cy="4864481"/>
          </a:xfrm>
          <a:prstGeom prst="rect">
            <a:avLst/>
          </a:prstGeom>
          <a:ln w="57150">
            <a:solidFill>
              <a:schemeClr val="bg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D89C7D-43E7-F8EF-716D-2A52BA370C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59794" y="956644"/>
            <a:ext cx="612377" cy="638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4B6711-DBBC-92A2-7B8C-A4EC5662EE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5105" y="551369"/>
            <a:ext cx="656585" cy="125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6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CF7DA1-3CBA-68AB-C13D-875EEE6B7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6BFE95-C6AB-9193-90F2-C2796E940B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FEA58-E607-1DE6-592F-6C5239777DC5}"/>
              </a:ext>
            </a:extLst>
          </p:cNvPr>
          <p:cNvSpPr txBox="1">
            <a:spLocks/>
          </p:cNvSpPr>
          <p:nvPr/>
        </p:nvSpPr>
        <p:spPr>
          <a:xfrm>
            <a:off x="1387928" y="873579"/>
            <a:ext cx="9965871" cy="8171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TABLEAU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ACEA-015B-D1BB-43E9-89066DBF372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b="1" dirty="0">
              <a:ln w="0"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8B9F1-8C72-294D-C681-9B841989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065000" cy="5627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F48B50-46CA-9F54-D069-046A5499D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92" y="881957"/>
            <a:ext cx="1266837" cy="7729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6C1281-1BA5-AEEF-A341-6860948CEF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105" y="551369"/>
            <a:ext cx="656585" cy="12529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25388D-5041-FEF6-5725-C63DE25E8A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632" y="1701598"/>
            <a:ext cx="8991752" cy="488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548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CF7DA1-3CBA-68AB-C13D-875EEE6B7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6BFE95-C6AB-9193-90F2-C2796E940B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FEA58-E607-1DE6-592F-6C5239777DC5}"/>
              </a:ext>
            </a:extLst>
          </p:cNvPr>
          <p:cNvSpPr txBox="1">
            <a:spLocks/>
          </p:cNvSpPr>
          <p:nvPr/>
        </p:nvSpPr>
        <p:spPr>
          <a:xfrm>
            <a:off x="1224524" y="947057"/>
            <a:ext cx="10129276" cy="74363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PYTHON QUERIES (Part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ACEA-015B-D1BB-43E9-89066DBF372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b="1" dirty="0">
              <a:ln w="0"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8B9F1-8C72-294D-C681-9B841989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065000" cy="5627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9D0796-8C19-CAB3-9748-5913CA3552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633" y="1662695"/>
            <a:ext cx="2939047" cy="5111132"/>
          </a:xfrm>
          <a:prstGeom prst="rect">
            <a:avLst/>
          </a:prstGeom>
          <a:ln w="57150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6EE85F-35E6-42D8-581F-81FE1F0145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285" y="1623834"/>
            <a:ext cx="3622063" cy="51111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F0E52E-7A2B-72D9-66DC-5CC753EC8A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46198" y="834157"/>
            <a:ext cx="862755" cy="8627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F93CB64-287B-EA00-AED0-91D54474A7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0907" y="551369"/>
            <a:ext cx="656585" cy="125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556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CF7DA1-3CBA-68AB-C13D-875EEE6B7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6BFE95-C6AB-9193-90F2-C2796E940B8F}"/>
              </a:ext>
            </a:extLst>
          </p:cNvPr>
          <p:cNvSpPr/>
          <p:nvPr/>
        </p:nvSpPr>
        <p:spPr>
          <a:xfrm>
            <a:off x="0" y="54753"/>
            <a:ext cx="12192000" cy="6858000"/>
          </a:xfrm>
          <a:prstGeom prst="rect">
            <a:avLst/>
          </a:prstGeom>
          <a:solidFill>
            <a:schemeClr val="tx1">
              <a:alpha val="8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FEA58-E607-1DE6-592F-6C5239777DC5}"/>
              </a:ext>
            </a:extLst>
          </p:cNvPr>
          <p:cNvSpPr txBox="1">
            <a:spLocks/>
          </p:cNvSpPr>
          <p:nvPr/>
        </p:nvSpPr>
        <p:spPr>
          <a:xfrm>
            <a:off x="1249136" y="928618"/>
            <a:ext cx="10104664" cy="76207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PYTHON QUERIES (Part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ACEA-015B-D1BB-43E9-89066DBF372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b="1" dirty="0">
              <a:ln w="0"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8B9F1-8C72-294D-C681-9B841989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164"/>
            <a:ext cx="12065000" cy="5627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C3ACA5-1D48-3483-7F26-52E539B65B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82" y="1958671"/>
            <a:ext cx="5520089" cy="45243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3D4521-DDBF-BBCD-AB06-10FB7CBA81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084" y="2191535"/>
            <a:ext cx="5822057" cy="40024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937CF1-9C1A-685E-8DE5-9047075F3B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46198" y="834157"/>
            <a:ext cx="862755" cy="8627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494077-2451-52EB-2A9A-9553B12F84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1729" y="551369"/>
            <a:ext cx="656585" cy="125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637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CF7DA1-3CBA-68AB-C13D-875EEE6B7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6BFE95-C6AB-9193-90F2-C2796E940B8F}"/>
              </a:ext>
            </a:extLst>
          </p:cNvPr>
          <p:cNvSpPr/>
          <p:nvPr/>
        </p:nvSpPr>
        <p:spPr>
          <a:xfrm>
            <a:off x="0" y="54753"/>
            <a:ext cx="12192000" cy="6858000"/>
          </a:xfrm>
          <a:prstGeom prst="rect">
            <a:avLst/>
          </a:prstGeom>
          <a:solidFill>
            <a:schemeClr val="tx1">
              <a:alpha val="8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FEA58-E607-1DE6-592F-6C5239777DC5}"/>
              </a:ext>
            </a:extLst>
          </p:cNvPr>
          <p:cNvSpPr txBox="1">
            <a:spLocks/>
          </p:cNvSpPr>
          <p:nvPr/>
        </p:nvSpPr>
        <p:spPr>
          <a:xfrm>
            <a:off x="1121436" y="947057"/>
            <a:ext cx="10232364" cy="74363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ACEA-015B-D1BB-43E9-89066DBF372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b="1" dirty="0">
              <a:ln w="0"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8B9F1-8C72-294D-C681-9B841989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164"/>
            <a:ext cx="12065000" cy="5627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3AB2D0-F0E8-6885-FE69-CB1B1DA35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714" y="551369"/>
            <a:ext cx="656585" cy="1252935"/>
          </a:xfrm>
          <a:prstGeom prst="rect">
            <a:avLst/>
          </a:prstGeom>
        </p:spPr>
      </p:pic>
      <p:pic>
        <p:nvPicPr>
          <p:cNvPr id="6" name="Graphic 5" descr="Lights On with solid fill">
            <a:extLst>
              <a:ext uri="{FF2B5EF4-FFF2-40B4-BE49-F238E27FC236}">
                <a16:creationId xmlns:a16="http://schemas.microsoft.com/office/drawing/2014/main" id="{46A32F36-7AEF-14E3-83D8-AA34E3C6E7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7036" y="819245"/>
            <a:ext cx="914400" cy="9144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6CDF97A-1E86-5400-33CC-247600E11FF3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The research suggests that movies outweigh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TV shows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on Netflix, with the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United States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producing the most material. Drama and international genres dominate the platform, and content development has increased dramatically since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2015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. The majority of titles are aimed at older audiences, demonstrating Netflix's commitment to varied, internationally accessible entertainment.</a:t>
            </a:r>
          </a:p>
        </p:txBody>
      </p:sp>
    </p:spTree>
    <p:extLst>
      <p:ext uri="{BB962C8B-B14F-4D97-AF65-F5344CB8AC3E}">
        <p14:creationId xmlns:p14="http://schemas.microsoft.com/office/powerpoint/2010/main" val="1057495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CF7DA1-3CBA-68AB-C13D-875EEE6B7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6BFE95-C6AB-9193-90F2-C2796E940B8F}"/>
              </a:ext>
            </a:extLst>
          </p:cNvPr>
          <p:cNvSpPr/>
          <p:nvPr/>
        </p:nvSpPr>
        <p:spPr>
          <a:xfrm>
            <a:off x="0" y="54753"/>
            <a:ext cx="12192000" cy="6858000"/>
          </a:xfrm>
          <a:prstGeom prst="rect">
            <a:avLst/>
          </a:prstGeom>
          <a:solidFill>
            <a:schemeClr val="tx1">
              <a:alpha val="8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FEA58-E607-1DE6-592F-6C5239777DC5}"/>
              </a:ext>
            </a:extLst>
          </p:cNvPr>
          <p:cNvSpPr txBox="1">
            <a:spLocks/>
          </p:cNvSpPr>
          <p:nvPr/>
        </p:nvSpPr>
        <p:spPr>
          <a:xfrm>
            <a:off x="1158816" y="922564"/>
            <a:ext cx="10194984" cy="76812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50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ACEA-015B-D1BB-43E9-89066DBF372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b="1" dirty="0">
              <a:ln w="0"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8B9F1-8C72-294D-C681-9B841989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164"/>
            <a:ext cx="12065000" cy="5627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0BA855-1CA3-A208-2F56-099F4DAE2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369" y="551369"/>
            <a:ext cx="656585" cy="1252935"/>
          </a:xfrm>
          <a:prstGeom prst="rect">
            <a:avLst/>
          </a:prstGeom>
        </p:spPr>
      </p:pic>
      <p:pic>
        <p:nvPicPr>
          <p:cNvPr id="6" name="Graphic 5" descr="Postit Notes with solid fill">
            <a:extLst>
              <a:ext uri="{FF2B5EF4-FFF2-40B4-BE49-F238E27FC236}">
                <a16:creationId xmlns:a16="http://schemas.microsoft.com/office/drawing/2014/main" id="{8F8C16FD-F5D4-3BFD-89D3-73C382E710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4416" y="822236"/>
            <a:ext cx="914400" cy="9144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F235E3A-A173-7860-A539-4185D02973B8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The Netflix data analysis identifies important patterns in content distribution, genres, ratings, release dates, and global availability. The project showcases data-driven decision-making and practical analytical abilities by translating raw data into useful insights using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Excel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,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SQL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,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Python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, and 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Power BI</a:t>
            </a:r>
            <a:r>
              <a:rPr lang="en-US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. This allows for informed business strategies and successful content planning.</a:t>
            </a:r>
          </a:p>
        </p:txBody>
      </p:sp>
    </p:spTree>
    <p:extLst>
      <p:ext uri="{BB962C8B-B14F-4D97-AF65-F5344CB8AC3E}">
        <p14:creationId xmlns:p14="http://schemas.microsoft.com/office/powerpoint/2010/main" val="2286395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CF7DA1-3CBA-68AB-C13D-875EEE6B7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6BFE95-C6AB-9193-90F2-C2796E940B8F}"/>
              </a:ext>
            </a:extLst>
          </p:cNvPr>
          <p:cNvSpPr/>
          <p:nvPr/>
        </p:nvSpPr>
        <p:spPr>
          <a:xfrm>
            <a:off x="0" y="54753"/>
            <a:ext cx="12192000" cy="6858000"/>
          </a:xfrm>
          <a:prstGeom prst="rect">
            <a:avLst/>
          </a:prstGeom>
          <a:solidFill>
            <a:schemeClr val="tx1">
              <a:alpha val="8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FEA58-E607-1DE6-592F-6C5239777DC5}"/>
              </a:ext>
            </a:extLst>
          </p:cNvPr>
          <p:cNvSpPr txBox="1">
            <a:spLocks/>
          </p:cNvSpPr>
          <p:nvPr/>
        </p:nvSpPr>
        <p:spPr>
          <a:xfrm>
            <a:off x="838200" y="3221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obe Gothic Std B" panose="020B0800000000000000" pitchFamily="34" charset="-128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ACEA-015B-D1BB-43E9-89066DBF372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b="1" dirty="0">
              <a:ln w="0"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60DD39-2901-2FFB-70F3-B29D3B07E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363" y="2248677"/>
            <a:ext cx="2491273" cy="140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382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272</Words>
  <Application>Microsoft Office PowerPoint</Application>
  <PresentationFormat>Widescreen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Adobe Gothic Std B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rishabh Kumar</dc:creator>
  <cp:lastModifiedBy>rishabh Kumar</cp:lastModifiedBy>
  <cp:revision>18</cp:revision>
  <dcterms:created xsi:type="dcterms:W3CDTF">2026-07-05T07:35:03Z</dcterms:created>
  <dcterms:modified xsi:type="dcterms:W3CDTF">2026-07-09T18:09:00Z</dcterms:modified>
</cp:coreProperties>
</file>